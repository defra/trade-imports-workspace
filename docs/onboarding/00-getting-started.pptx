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ticketing track — for BAs and engineers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023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required. Open a terminal, run claude, and describe what you need in plain English.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an assistant that knows this team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not write code. You talk to an assistant that already knows this team's repositories, our Jira project and our conventions — and does the legwork for you.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short track covers two everyday jobs: creating a well-formed ticket (Session 9) and checking a ticket is ready for refinement (Session 10). Everything you tell it, you say in plain English, the way you'd brief a colleague.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work; no Jira forms, no commands to memorise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the legwork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Jira, the repos and the team's conventions for you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charge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 and advises; nothing changes until you approve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one-time setup — pair with an engineer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this once, on a screenshare. An engineer sits with you and sorts the plumbing — after that you just open a terminal and go.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27080" cy="12131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12131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23160"/>
            <a:ext cx="23774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keys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2423160"/>
            <a:ext cx="76352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sets up your Jira and GitHub credentials and the environment variables the tools read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36848"/>
            <a:ext cx="10927080" cy="12131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736848"/>
            <a:ext cx="82296" cy="12131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782568"/>
            <a:ext cx="23774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782568"/>
            <a:ext cx="76352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confirm where the workspace lives on your machine — the folder you'll open the assistant 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96256"/>
            <a:ext cx="10927080" cy="12131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96256"/>
            <a:ext cx="82296" cy="12131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41976"/>
            <a:ext cx="23774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5141976"/>
            <a:ext cx="76352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install the claude command and check it runs, so step one below just works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to a prompt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setup is done, this is the whole routine, every time: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27080" cy="1170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560320"/>
            <a:ext cx="438912" cy="438912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267712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terminal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83480" y="2267712"/>
            <a:ext cx="6400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Terminal app — your engineer will show you which 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1170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895344"/>
            <a:ext cx="438912" cy="438912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02736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workspace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83480" y="3602736"/>
            <a:ext cx="6400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~/git/defra/trade-imports-workspace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64608"/>
            <a:ext cx="10927080" cy="1170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5230368"/>
            <a:ext cx="438912" cy="438912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230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assistant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83480" y="4937760"/>
            <a:ext cx="6400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press Enter and wait for the prompt. The cd line never changes — your engineer can save it as a shortcut.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PROMPT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it like a colleague — with much more power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prompt, just say what you want. It can read Jira, the repositories and the conventions, so a one-line ask does a lot of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27080" cy="100584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10058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77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ticket"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2377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Session 9 — it interviews you, drafts the ticket, and waits for your 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927080" cy="100584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20440"/>
            <a:ext cx="82296" cy="10058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520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EUDPA-1234 ready?"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3520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Session 10 — it reviews the ticket and gives you a verdict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927080" cy="100584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663440"/>
            <a:ext cx="82296" cy="10058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63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can you do?"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4663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 where to start? ask — it'll tell you, in plain English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KNOW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ground rules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drafts, you approve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1874520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new ticket it writes a draft first; nothing reaches Jira until you say "create it"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85516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85516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31236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 is fine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3031236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syntax — "make the acceptance criteria testable" is a perfectly good instruction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142232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87952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stop any 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4187952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wait, change tack, or explain itself; you're never locked 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298948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298948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4668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ask 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77640" y="5344668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right?", "what would you change?" — treat it as a knowledgeable colleague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an engineer to pair with you for the one-time setup, then open a terminal, cd to the workspace, and run claude. At the prompt, type "what can you do?" and read what comes back. That's it — you're driving the assistant.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9 — create a ticket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— ticketing track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