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25146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workspace, and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exists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60120" y="4663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is, how you work in it, and how to run it locally.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workspace, not a monorepo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workspace that clones the trade-imports repos side by side and adds shared tooling on top.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repo keeps its own git history, its own remotes, and its own CI.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 doesn't own them — it sits alongside and lets you work across all of them at once.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monorepo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1783080"/>
            <a:ext cx="4846320" cy="3840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90372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23317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331720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7068312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23317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2331720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354312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898648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898648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7068312" y="2898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2898648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898648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1" name="Text 19"/>
          <p:cNvSpPr/>
          <p:nvPr/>
        </p:nvSpPr>
        <p:spPr>
          <a:xfrm>
            <a:off x="9354312" y="2898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3465576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465576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4" name="Text 22"/>
          <p:cNvSpPr/>
          <p:nvPr/>
        </p:nvSpPr>
        <p:spPr>
          <a:xfrm>
            <a:off x="7068312" y="34655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9720" y="3465576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3465576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7" name="Text 25"/>
          <p:cNvSpPr/>
          <p:nvPr/>
        </p:nvSpPr>
        <p:spPr>
          <a:xfrm>
            <a:off x="9354312" y="34655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4032504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032504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0" name="Text 28"/>
          <p:cNvSpPr/>
          <p:nvPr/>
        </p:nvSpPr>
        <p:spPr>
          <a:xfrm>
            <a:off x="7068312" y="40325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defra-id-stub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89720" y="4032504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9720" y="4032504"/>
            <a:ext cx="64008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3" name="Text 31"/>
          <p:cNvSpPr/>
          <p:nvPr/>
        </p:nvSpPr>
        <p:spPr>
          <a:xfrm>
            <a:off x="9354312" y="40325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dynamics-gateway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5029200"/>
            <a:ext cx="4389120" cy="4572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5029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shared tooling &amp; cross-repo context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Agent-first: run the agent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rarely drop into a single repo. You run 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workspace root — and the harness wires itself up.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257800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a vanilla repo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5257800" cy="24963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35808"/>
            <a:ext cx="452628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assistant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repo's context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team's workflows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wire up everything by hand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257800" cy="56692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4028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this workspace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807208"/>
            <a:ext cx="5257800" cy="24963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3035808"/>
            <a:ext cx="452628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Ticketing, review &amp; upgrade skills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 in view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Best-practice guides baked in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cross-repo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inside a sub-repo and you lose the workspace skills — so drive from the root.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engineering: one shared place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agent at the root wires all of this up. Rather than every developer carrying the cross-repo workflow in their head, the workspace is the single place for: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532888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2432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42316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2423160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ADRs, runbooks, best-practice guides, synced Confluence.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145536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3145536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30098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39242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319125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63440" y="3191256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and read CI runs without leaving the workspace.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913632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" y="3913632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0" name="Shape 16"/>
          <p:cNvSpPr/>
          <p:nvPr/>
        </p:nvSpPr>
        <p:spPr>
          <a:xfrm>
            <a:off x="960120" y="406908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6052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9593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scripts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663440" y="3959352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Clone, update, lint and test every repo at once.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40080" y="4681728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" y="4681728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6" name="Shape 21"/>
          <p:cNvSpPr/>
          <p:nvPr/>
        </p:nvSpPr>
        <p:spPr>
          <a:xfrm>
            <a:off x="960120" y="4837176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928616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72744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4663440" y="4727448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compose stack stands up every service together.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40080" y="5449824"/>
            <a:ext cx="1092708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5"/>
          <p:cNvSpPr/>
          <p:nvPr/>
        </p:nvSpPr>
        <p:spPr>
          <a:xfrm>
            <a:off x="640080" y="5449824"/>
            <a:ext cx="82296" cy="67665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2" name="Shape 26"/>
          <p:cNvSpPr/>
          <p:nvPr/>
        </p:nvSpPr>
        <p:spPr>
          <a:xfrm>
            <a:off x="960120" y="560527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696712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00200" y="549554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harness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4663440" y="5495544"/>
            <a:ext cx="6766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and shared scripts that encode the team's workflows.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services, plus stubs for the outside world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0" y="6053328"/>
            <a:ext cx="146304" cy="146304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6" name="Text 4"/>
          <p:cNvSpPr/>
          <p:nvPr/>
        </p:nvSpPr>
        <p:spPr>
          <a:xfrm>
            <a:off x="9811512" y="59801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07040" y="605332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817352" y="59801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398520" cy="50292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3398520" cy="3063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606040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542032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825496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319272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255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3538728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admin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032504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68496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business logic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745736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68172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4965192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data 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4360" y="1783080"/>
            <a:ext cx="339852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541520" y="178308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Stubs for the outside world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04360" y="2286000"/>
            <a:ext cx="3398520" cy="3063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632960" y="2606040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907280" y="2542032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trade-imports-stub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07280" y="2825496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trade-imports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32960" y="3319272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31" name="Text 29"/>
          <p:cNvSpPr/>
          <p:nvPr/>
        </p:nvSpPr>
        <p:spPr>
          <a:xfrm>
            <a:off x="4907280" y="3255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defra-id-stub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907280" y="3538728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Defra ID sign-in (OIDC)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68640" y="1783080"/>
            <a:ext cx="3398520" cy="502920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34" name="Text 32"/>
          <p:cNvSpPr/>
          <p:nvPr/>
        </p:nvSpPr>
        <p:spPr>
          <a:xfrm>
            <a:off x="8305800" y="178308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&amp; tests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68640" y="2286000"/>
            <a:ext cx="3398520" cy="3063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8397240" y="2606040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8671560" y="2542032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dynamics-gateway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671560" y="2825496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→ Azure Service Bus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97240" y="3319272"/>
            <a:ext cx="137160" cy="1371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40" name="Text 38"/>
          <p:cNvSpPr/>
          <p:nvPr/>
        </p:nvSpPr>
        <p:spPr>
          <a:xfrm>
            <a:off x="8671560" y="3255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671560" y="3538728"/>
            <a:ext cx="275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across all of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5321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stubs fake the systems outside your control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the whole stack runs end-to-end on your machine. Full roles and the live repo map live in CLAUDE.md.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live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0136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repos/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49040" y="1737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repos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0487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3408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749040" y="234086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documentation + best-practices + synced Confluence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0837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749040" y="29443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shell scripts the skills call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547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749040" y="35478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update and the Docker stack runner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15384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1513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3749040" y="41513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full-stack compose setup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818888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88720" y="4754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tim/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3749040" y="4754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CLI — may replace the Makefile in time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422392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88720" y="53583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3749040" y="53583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skills (from Session 3 on)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help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2148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Make target, with a one-line description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CLAUDE.md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200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living index: repo map, targets, skills, tools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a SKILL.md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03520" y="4251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what a skill does — it can't drift from reality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slides show the door, not the contents — so the recordings can't go stale.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it locally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actually build and run the whole stack? The stack is driven by the scripts under scripts/stack/ — the make docker-* targets are just thin wrappers around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398825" cy="5486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30330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Set up (once)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398825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54787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every repo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install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59943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deps across Node repos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02329" y="2926080"/>
            <a:ext cx="438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404665" y="2377440"/>
            <a:ext cx="3398825" cy="5486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4587545" y="2377440"/>
            <a:ext cx="30330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Run from source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04665" y="2926080"/>
            <a:ext cx="3398825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633265" y="320040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scripts/stack/run-stack.sh --dev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3265" y="354787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run all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3265" y="425196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scripts/stack/bounce-backend.sh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33265" y="459943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up edited Java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66914" y="2926080"/>
            <a:ext cx="438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69250" y="2377440"/>
            <a:ext cx="3398825" cy="5486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352130" y="2377440"/>
            <a:ext cx="30330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Verify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69250" y="2926080"/>
            <a:ext cx="3398825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397850" y="320040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…-tests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97850" y="354787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E2E suite lives here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97850" y="4251960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test:docker-compose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97850" y="4599432"/>
            <a:ext cx="303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the running stack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-p trade-imports logs -f</a:t>
            </a:r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stop / restart: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scripts/stack/{stop,restart}-stack.sh</a:t>
            </a:r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flags &amp; profiles: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run-stack.sh --help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stack running,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97510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&amp; set 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377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to ~/git/defra/trade-imports-workspace (symlink if elsewhere), then make setup &amp;&amp; make install.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9270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355848"/>
            <a:ext cx="457200" cy="4572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2095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stack 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3611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scripts/stack/run-stack.sh --dev to build from source, then watch the logs.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09270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590288"/>
            <a:ext cx="457200" cy="457200"/>
          </a:xfrm>
          <a:prstGeom prst="ellipse">
            <a:avLst/>
          </a:prstGeom>
          <a:solidFill>
            <a:srgbClr val="22405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4439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E2E suite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846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test:docker-compose in the tests repo. Skim make help and CLAUDE.md while it runs.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2 — the ticket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— The workspace</dc:title>
  <dc:subject>PptxGenJS Presentation</dc:subject>
  <dc:creator>trade-imports workspace</dc:creator>
  <cp:lastModifiedBy>trade-imports workspace</cp:lastModifiedBy>
  <cp:revision>1</cp:revision>
  <dcterms:created xsi:type="dcterms:W3CDTF">2026-08-18T19:27:25Z</dcterms:created>
  <dcterms:modified xsi:type="dcterms:W3CDTF">2026-08-18T19:27:25Z</dcterms:modified>
</cp:coreProperties>
</file>