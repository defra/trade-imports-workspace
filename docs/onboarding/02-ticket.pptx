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1874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60120" y="41148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one existing EUDPA ticket through plan, implement and refactor — in the workspace.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IT'S FOR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Plan, implement, refactor — one ticket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ticket rarely lives in one repo. Before you write a line you're piecing together its Jira description and comments, any Confluence design notes, which repos and which stacks it touches, and the conventions each repo expects. That context-gathering is slow, easy to get wrong, and different every time.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ticket skill does that legwork and turns it into a written plan you can challenge before any code exists — then implements against the plan, repo by repo, keeping the tests green the whole way. You stay the decision-maker; it removes the grind around the decisions.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Context, gathered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Jira, comments, Confluence and the right best-practices, pulled in for you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38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38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46024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 you can argue with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024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surfaced as text before code, not buried in a diff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76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76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7" name="Text 15"/>
          <p:cNvSpPr/>
          <p:nvPr/>
        </p:nvSpPr>
        <p:spPr>
          <a:xfrm>
            <a:off x="83362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all the way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362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checked, tests re-run each step, CI driven to green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memorise — read the current truth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48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/ implement / refactor EUDPA-X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21488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launch each phase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0040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004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.claude/skills/ticket/SKILL.md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— straight from source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25196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519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workareas/ticket-planning/EUDPA-X/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42519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plan and context land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SKILL.md is what the agent actually executes — it can't drift from reality.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RUN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end to end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it:  </a:t>
            </a:r>
            <a:pPr indent="0" marL="0">
              <a:buNone/>
            </a:pPr>
            <a:r>
              <a:rPr lang="en-US" sz="1250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"plan EUDPA-1234" · "implement EUDPA-1234" · "refactor" / "tidy up"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317090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31709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221992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43400" y="2221992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"plan EUDPA-1234" — it reads the ticket, comments and Confluence refs, works out the affected repos and their stacks, and bakes in the matching best-practice guides.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15691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3183941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18394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088843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&amp; challenge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43400" y="3088843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plan.md lays out a summary, a repos/stack table, numbered steps, the testing strategy and risks — with [ASSUMPTION] and [NEEDS VERIFICATION] flags for you to settle.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82542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4050792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3955694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343400" y="3955694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"implement EUDPA-1234" — it confirms the baseline tests pass, cuts a feature branch per repo, then works the plan step by step: smallest change, re-run tests, add tests.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749394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4917643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91764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08760" y="4822546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in control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343400" y="4822546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follows the plan you approved rather than a free hand, so the change matches what you agreed and nothing wanders off-scope.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616245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896112" y="5784494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57844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508760" y="5689397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&amp; hand off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343400" y="5689397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triggers CI, waits for green, and reports the repos, files and tests it touched — ready for you to open the PR.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OUTPUT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produces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lands under workareas/ticket-planning/EUDPA-X/ (gitignored).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93040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930402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94560"/>
            <a:ext cx="4206240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plan.md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0" y="2194560"/>
            <a:ext cx="6035040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artifact you actually review and amend — steps, risks, assumptions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25546"/>
            <a:ext cx="10927080" cy="93040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25546"/>
            <a:ext cx="82296" cy="930402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71266"/>
            <a:ext cx="4206240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ticket.md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3271266"/>
            <a:ext cx="6035040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readable dump of the Jira metadata, description and comments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302252"/>
            <a:ext cx="10927080" cy="93040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302252"/>
            <a:ext cx="82296" cy="930402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347972"/>
            <a:ext cx="4206240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best-practices/&lt;repo&gt;.md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4347972"/>
            <a:ext cx="6035040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per-repo guidance it cites while coding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378958"/>
            <a:ext cx="10927080" cy="93040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5378958"/>
            <a:ext cx="82296" cy="930402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424678"/>
            <a:ext cx="4206240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feature/EUDPA-X-&lt;slug&gt;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5424678"/>
            <a:ext cx="6035040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branch per repo, with a green CI run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USE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in your workflow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65960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11680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 it when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51960" y="2011680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picking up a refined EUDPA ticket and about to start the work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89376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389376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435096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decide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51960" y="3435096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resolve the plan's open questions, and review the diff and PR — it never merges for you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12792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812792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58512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51960" y="4858512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hands off to review and code-style once the PR is up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go yourself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27080" cy="219456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109728" cy="219456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real ticket you know and run just the plan phase: "plan EUDPA-XXXX". No code is written, so it is a safe first run. Open plan.md and read the steps, the risks table and the [NEEDS VERIFICATION] markers.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Session 3 — the review skill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 — ticket</dc:title>
  <dc:subject>PptxGenJS Presentation</dc:subject>
  <dc:creator>PptxGenJS</dc:creator>
  <cp:lastModifiedBy>PptxGenJS</cp:lastModifiedBy>
  <cp:revision>1</cp:revision>
  <dcterms:created xsi:type="dcterms:W3CDTF">2026-08-18T19:27:25Z</dcterms:created>
  <dcterms:modified xsi:type="dcterms:W3CDTF">2026-08-18T19:27:25Z</dcterms:modified>
</cp:coreProperties>
</file>