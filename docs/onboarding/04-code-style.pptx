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1874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code-style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60120" y="411480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 a PR's JavaScript against the team's 17-rule style guide, then triage and apply the fixes.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IT'S FOR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rule set, applied consistently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linters miss the things this team actually cares about: project-specific conventions, and JSDoc that has quietly drifted out of sync with the code. Catching those by eye across a multi-repo PR is dull, slow work — and the kind that gets skipped under pressure.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code-style reviews every .js file in a ticket's PRs against one agreed 17-rule guide, lets you triage the findings, then applies the ones you accept — editing, testing and committing each file for you, and backing out anything that breaks a test.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agreed standard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17-rule guide applied to every file, every time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738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738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3" name="Text 11"/>
          <p:cNvSpPr/>
          <p:nvPr/>
        </p:nvSpPr>
        <p:spPr>
          <a:xfrm>
            <a:off x="46024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Catches JSDoc drift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024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doc-vs-code mismatches a plain linter won't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76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76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7" name="Text 15"/>
          <p:cNvSpPr/>
          <p:nvPr/>
        </p:nvSpPr>
        <p:spPr>
          <a:xfrm>
            <a:off x="83362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Fixes, not just flags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362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 fixes applied, tested and committed for you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1691640" cy="3840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memorise — read the current truth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4884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48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 review · walk · fix style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21488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review, triage, then apply fixes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20040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2004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.claude/skills/code-style/SKILL.md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modes and triggers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25196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2519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workareas/code-style-reviews/EUDPA-X/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42519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per-repo summaries and rule bundle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SKILL.md is what the agent actually executes — it can't drift from reality.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 RUN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code-style end to end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it:  </a:t>
            </a:r>
            <a:pPr indent="0" marL="0">
              <a:buNone/>
            </a:pPr>
            <a:r>
              <a:rPr lang="en-US" sz="1250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"style review EUDPA-1234" · "walk style EUDPA-1234" · "fix style EUDPA-1234"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9555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2425446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42544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08760" y="2221992"/>
            <a:ext cx="274320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343400" y="2221992"/>
            <a:ext cx="704088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"style review EUDPA-1234" pulls the PRs, finds every .js file, and reviews each one in parallel against the baked rule bundle.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232404"/>
            <a:ext cx="10927080" cy="9555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112" y="3509010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5090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3305556"/>
            <a:ext cx="274320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343400" y="3305556"/>
            <a:ext cx="704088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gates on 100% coverage, then rolls findings up per repo with a verdict: COMPLIANT, MINOR ISSUES or NEEDS WORK.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15968"/>
            <a:ext cx="10927080" cy="9555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4592574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59257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389120"/>
            <a:ext cx="274320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343400" y="4389120"/>
            <a:ext cx="704088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"walk style EUDPA-1234" steps through the findings so you mark each one Fix, Won't-fix or Discuss.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399532"/>
            <a:ext cx="10927080" cy="9555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896112" y="5676138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567613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508760" y="5472684"/>
            <a:ext cx="274320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343400" y="5472684"/>
            <a:ext cx="704088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"fix style EUDPA-1234" applies the agreed fixes a file at a time — edit, test, commit — reverting anything that breaks rather than forcing it through.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OUTPUT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produces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Per-repo under workareas/code-style-reviews/EUDPA-X/.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93040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48840"/>
            <a:ext cx="82296" cy="930402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94560"/>
            <a:ext cx="4206240" cy="838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style-review.&lt;repo&gt;.md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0" y="2194560"/>
            <a:ext cx="6035040" cy="838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verdict, file-by-file summary, and the Items table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225546"/>
            <a:ext cx="10927080" cy="93040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225546"/>
            <a:ext cx="82296" cy="930402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271266"/>
            <a:ext cx="4206240" cy="838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 table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3271266"/>
            <a:ext cx="6035040" cy="838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row: the rule, severity (FAIL / WARN), the issue, and the suggested fix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302252"/>
            <a:ext cx="10927080" cy="93040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302252"/>
            <a:ext cx="82296" cy="930402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347972"/>
            <a:ext cx="4206240" cy="838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style-rules.&lt;repo&gt;.md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0" y="4347972"/>
            <a:ext cx="6035040" cy="838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baked rule bundle it checks against (the 17 rules + JSDoc)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378958"/>
            <a:ext cx="10927080" cy="93040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5378958"/>
            <a:ext cx="82296" cy="930402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424678"/>
            <a:ext cx="4206240" cy="838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0" y="5424678"/>
            <a:ext cx="6035040" cy="838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fixes land as real commits; broken tests are reverted, not forced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USE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code-style in your workflow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65960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11680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for it when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51960" y="2011680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JS-touching PR is up and you want it clean before review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89376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3389376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435096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decide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51960" y="3435096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triage every finding; nothing changes until you say Fix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812792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4812792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858512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fits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51960" y="4858512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alongside review — review for the logic, code-style for the JS guide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 go yourself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927080" cy="219456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11680"/>
            <a:ext cx="109728" cy="219456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860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ticket with a JS-touching PR, run "style review EUDPA-XXXX", then "walk style EUDPA-XXXX" to triage. Read style-review.&lt;repo&gt;.md for the verdict and the Items table.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Session 5 — the understanding-check skill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4 — code-style</dc:title>
  <dc:subject>PptxGenJS Presentation</dc:subject>
  <dc:creator>PptxGenJS</dc:creator>
  <cp:lastModifiedBy>PptxGenJS</cp:lastModifiedBy>
  <cp:revision>1</cp:revision>
  <dcterms:created xsi:type="dcterms:W3CDTF">2026-08-18T19:27:25Z</dcterms:created>
  <dcterms:modified xsi:type="dcterms:W3CDTF">2026-08-18T19:27:25Z</dcterms:modified>
</cp:coreProperties>
</file>