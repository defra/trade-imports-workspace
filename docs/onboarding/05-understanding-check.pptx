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1874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5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understanding-check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60120" y="411480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the author of an AI-assisted PR to check they understand the change before it merges.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IT'S FOR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you understand what you shipped?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assistance lets you ship code faster than you can build a mental model of it. That's fine until someone asks how it works in a month, or a subtle bug lands in a part you never really read. The risk isn't the code — it's the gap between what you merged and what you understand.</a:t>
            </a:r>
            <a:endParaRPr lang="en-US" sz="15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understanding-check finds the parts of a diff most likely to be under-understood, asks you evidence-anchored questions about them, and scores your answers against a rubric. It's a coaching signal to close that gap — advisory, never a merge gate.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4480560"/>
            <a:ext cx="345948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4480560"/>
            <a:ext cx="3459480" cy="8229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736592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Surfaces the gap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5303520"/>
            <a:ext cx="300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the riskiest-to-understand parts of your own diff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73880" y="4480560"/>
            <a:ext cx="345948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373880" y="4480560"/>
            <a:ext cx="3459480" cy="8229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3" name="Text 11"/>
          <p:cNvSpPr/>
          <p:nvPr/>
        </p:nvSpPr>
        <p:spPr>
          <a:xfrm>
            <a:off x="4602480" y="4736592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Evidence-anchored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02480" y="5303520"/>
            <a:ext cx="300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question tied to specific lines; every score quotes the rubric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07680" y="4480560"/>
            <a:ext cx="345948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8107680" y="4480560"/>
            <a:ext cx="3459480" cy="8229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7" name="Text 15"/>
          <p:cNvSpPr/>
          <p:nvPr/>
        </p:nvSpPr>
        <p:spPr>
          <a:xfrm>
            <a:off x="8336280" y="4736592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Coaching, not gating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36280" y="5303520"/>
            <a:ext cx="300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advisory verdict — a human still owns the merge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1691640" cy="3840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memorise — read the current truth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927080" cy="91440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48840"/>
            <a:ext cx="82296" cy="9144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48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interview / check understanding EUDPA-X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55080" y="21488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launch 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10927080" cy="91440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200400"/>
            <a:ext cx="82296" cy="9144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2004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.claude/skills/understanding-check/SKILL.md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55080" y="32004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workflow, verdict rules, scripts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10927080" cy="91440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4251960"/>
            <a:ext cx="82296" cy="9144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25196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plan gate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42519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approve the questions before the interview starts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5349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SKILL.md is what the agent actually executes — it can't drift from reality.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IT RUN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understanding-check end to end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36192"/>
            <a:ext cx="10927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it:  </a:t>
            </a:r>
            <a:pPr indent="0" marL="0">
              <a:buNone/>
            </a:pPr>
            <a:r>
              <a:rPr lang="en-US" sz="1250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"interview EUDPA-1234" · "check understanding EUDPA-1234"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927080" cy="73883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2317090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31709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08760" y="2221992"/>
            <a:ext cx="27432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343400" y="2221992"/>
            <a:ext cx="70408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it at a ticket; it pulls the PRs and analyses each repo's diff against the ticket to find the areas most worth probing.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015691"/>
            <a:ext cx="10927080" cy="73883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896112" y="3183941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318394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08760" y="3088843"/>
            <a:ext cx="27432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set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343400" y="3088843"/>
            <a:ext cx="70408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drafts 8-12 questions, each anchored to specific file lines, and shows them for you to approve or edit — the plan gate.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882542"/>
            <a:ext cx="10927080" cy="73883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4050792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4050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3955694"/>
            <a:ext cx="27432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343400" y="3955694"/>
            <a:ext cx="70408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terminal Q&amp;A: one question at a time, showing where in the code it is about but never the answer.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749394"/>
            <a:ext cx="10927080" cy="73883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896112" y="4917643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" y="491764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508760" y="4822546"/>
            <a:ext cx="27432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343400" y="4822546"/>
            <a:ext cx="70408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grades each answer pass / partial / fail, quoting the exact rubric clause that decided it.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5616245"/>
            <a:ext cx="10927080" cy="73883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Shape 25"/>
          <p:cNvSpPr/>
          <p:nvPr/>
        </p:nvSpPr>
        <p:spPr>
          <a:xfrm>
            <a:off x="896112" y="5784494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28" name="Text 26"/>
          <p:cNvSpPr/>
          <p:nvPr/>
        </p:nvSpPr>
        <p:spPr>
          <a:xfrm>
            <a:off x="896112" y="57844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508760" y="5689397"/>
            <a:ext cx="27432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 &amp; comment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4343400" y="5689397"/>
            <a:ext cx="70408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rolls the scores into pass / needs-review / high-risk and writes a report with a paste-ready PR comment.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OUTPUT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produces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question set, a transcript, per-question scores, a verdict, and a report.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927080" cy="12893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48840"/>
            <a:ext cx="82296" cy="1289304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94560"/>
            <a:ext cx="4206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verdict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0" y="2194560"/>
            <a:ext cx="60350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/ needs-review / high-risk — read this line first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584448"/>
            <a:ext cx="10927080" cy="12893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584448"/>
            <a:ext cx="82296" cy="1289304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630168"/>
            <a:ext cx="4206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per-question table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0" y="3630168"/>
            <a:ext cx="60350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areas were weak, with the rubric clause that fired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5020056"/>
            <a:ext cx="10927080" cy="12893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5020056"/>
            <a:ext cx="82296" cy="1289304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065776"/>
            <a:ext cx="4206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paste-ready PR comment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0" y="5065776"/>
            <a:ext cx="60350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last section of the report — drop it straight onto the PR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USE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understanding-check in your workflow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927080" cy="1222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965960"/>
            <a:ext cx="82296" cy="12222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11680"/>
            <a:ext cx="310896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for it when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51960" y="2011680"/>
            <a:ext cx="704088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about to merge an AI-assisted PR and want a gut-check on your grasp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389376"/>
            <a:ext cx="10927080" cy="1222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3389376"/>
            <a:ext cx="82296" cy="12222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435096"/>
            <a:ext cx="310896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 decide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51960" y="3435096"/>
            <a:ext cx="704088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approve the questions, answer honestly, and decide what to do with the verdict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812792"/>
            <a:ext cx="10927080" cy="1222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4812792"/>
            <a:ext cx="82296" cy="12222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858512"/>
            <a:ext cx="310896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fits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51960" y="4858512"/>
            <a:ext cx="704088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self-check before or alongside review — for understanding, not correctness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a go yourself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927080" cy="219456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011680"/>
            <a:ext cx="109728" cy="219456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2860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a PR you wrote recently with AI help and run "interview EUDPA-XXXX". Approve the question set, answer honestly without peeking at the diff, and see whether the verdict matches how well you thought you understood the change.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6217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Session 6 — the npm-upgrade skill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5 — understanding-check</dc:title>
  <dc:subject>PptxGenJS Presentation</dc:subject>
  <dc:creator>PptxGenJS</dc:creator>
  <cp:lastModifiedBy>PptxGenJS</cp:lastModifiedBy>
  <cp:revision>1</cp:revision>
  <dcterms:created xsi:type="dcterms:W3CDTF">2026-08-18T19:27:25Z</dcterms:created>
  <dcterms:modified xsi:type="dcterms:W3CDTF">2026-08-18T19:27:25Z</dcterms:modified>
</cp:coreProperties>
</file>