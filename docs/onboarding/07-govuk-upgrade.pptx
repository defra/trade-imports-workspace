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govuk-upgrade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govuk-frontend across the Node repos one semver version at a time, each step driven by its CHANGELOG.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version at a time, CHANGELOG-driven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govuk-frontend moves fast, and skipping several versions at once hides the breaking changes inside it — a renamed Nunjucks macro here, a dropped utility class there, altered component markup somewhere else — scattered across every Node repo that uses it. Big-bang upgrades turn into a day of whack-a-mole.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govuk-upgrade walks the versions one at a time. For each release it reads the CHANGELOG, plans the exact per-repo edits, and applies them in order — so every step is small, reviewable, and tied back to the change that caused it.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skipped breakage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intermediate version handled, not just the target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CHANGELOG-driven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edit traces back to the release note that caused 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Bisectable history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commit per version — easy to review and to revert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 govuk-frontend · walk govuk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review, then apply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.claude/skills/govuk-upgrade/SKILL.md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surface and triggers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govuk status EUDPA-X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state on a real run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govuk-upgrade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"upgrade govuk-frontend" · "walk govuk EUDPA-1234" · "implement govuk EUDPA-1234"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"upgrade govuk-frontend EUDPA-1234" finds every repo using it, branches them, and lays out the ladder of versions between current and target.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per version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release it reads the CHANGELOG and writes a plan — which files change in each repo and why, or marks the version a no-op.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plans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optionally, "walk govuk EUDPA-1234" shows every pending plan in one table to Apply, Skip, Discuss or Quarantine.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in order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 govuk EUDPA-1234" works strictly version by version — bump, install, test, commit — never jumping ahead.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tests run once at the end, then it writes a final report.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Per-run plans and a clean, bisectable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versions.&lt;repo&gt;.json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version ladder and planned changes per repo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per-version plans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markdown — file-by-file changes and rationale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commit per version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reads as a clean, bisectable branch history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govuk-upgrade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govuk-frontend is several versions behind and you want a safe upgrade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 the per-version plans before applying, and can skip or quarantine any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govuk-only counterpart to npm-upgrade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throwaway branch, run "upgrade govuk-frontend" and let it finish discovery and planning only. Read one rendered version plan to see the CHANGELOG-derived, per-repo changes before applying anything.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8 — the skill-creator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 — govuk-upgrade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