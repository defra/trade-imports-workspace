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skill-creator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114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 new workspace skill end to end (CREATE), or audit existing ones against the pattern checklist (AUDIT).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IT'S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and audit skills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is only useful if it's easy to extend — but a correct skill has a lot of moving parts: SKILL.md frontmatter that doubles as the trigger spec, worker prose in references/, shared scripts in tools/, runtime state in workareas/, and allowlist entries in settings. Hand-rolling all that from memory is how skills drift apart.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scaffolds a new skill end to end from a short interview, so every skill starts from the same shape — or audits the skills you already have against the team's pattern checklist and tells you where they've drifted. It's the meta-skill: it builds and maintains the others.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by construction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skill starts from the same correct shape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738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024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boilerplate from memory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24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frontmatter, workers, tool stubs and allowlist, generated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7680" y="4480560"/>
            <a:ext cx="3459480" cy="1645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7680" y="4480560"/>
            <a:ext cx="3459480" cy="82296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4736592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Health-checks the rest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6280" y="5303520"/>
            <a:ext cx="300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mode flags where existing skills have drifted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memorise — read the current truth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 skill X · audit skill 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1488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or AUDIT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0040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200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.claude/skills/skill-creator/SKILL.md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200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when-to-use table and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27080" cy="91440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251960"/>
            <a:ext cx="82296" cy="9144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docs/agent-skills.md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conventions every skill follows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SKILL.md is what the agent actually executes — it can't drift from reality.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end to end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it:  </a:t>
            </a:r>
            <a:pPr indent="0" marL="0">
              <a:buNone/>
            </a:pPr>
            <a:r>
              <a:rPr lang="en-US" sz="1250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"scaffold skill &lt;name&gt;" (CREATE) · "audit skill &lt;name&gt;" / "audit skills" (AUDIT)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425446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254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221992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trigger; the Step 0 dispatcher prints MODE: CREATE or AUDIT and branches accordingly.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32404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" y="3509010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5090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305556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(CREATE)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43400" y="3305556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an 8-question interview — name, triggers, fan-out vs single-shot, JSON state — one question at a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592574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59257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389120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(CREATE)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343400" y="4389120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SKILL.md, references/ workers, tools/&lt;name&gt;/ stubs and the allowlist entries, then lists the TODO markers for you to fill in.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99532"/>
            <a:ext cx="10927080" cy="9555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" y="5676138"/>
            <a:ext cx="402336" cy="402336"/>
          </a:xfrm>
          <a:prstGeom prst="ellipse">
            <a:avLst/>
          </a:prstGeom>
          <a:solidFill>
            <a:srgbClr val="2E5077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67613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472684"/>
            <a:ext cx="27432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(mode 2)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5472684"/>
            <a:ext cx="70408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"audit skill &lt;name&gt;" instead fans out a worker per skill against the 8-pattern checklist and writes a plan doc you act 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writes a scaffold; AUDIT writes plans.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.claude/skills/&lt;name&gt;/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SKILL.md (with TODOs), references/, assets/ + tools/&lt;name&gt;/ stubs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84448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584448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630168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workareas/skills-audit/&lt;name&gt;.md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30168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plan per skill — pattern gaps and open questions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020056"/>
            <a:ext cx="10927080" cy="12893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5020056"/>
            <a:ext cx="82296" cy="1289304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206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structure, not logic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5065776"/>
            <a:ext cx="60350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scaffold is the shape; you fill in the TODO markers afterwards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 in your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it when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adding a new repeatable workflow, or spring-cleaning the harness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89376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389376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35096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decide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3435096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answer the interview and fill the scaffold's TODOs — it's structure, not logic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2792"/>
            <a:ext cx="10927080" cy="12222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812792"/>
            <a:ext cx="82296" cy="122224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58512"/>
            <a:ext cx="310896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858512"/>
            <a:ext cx="70408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meta-skill — it builds and maintains all the others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LID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874520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entry point — name + description (the trigger spec) frontmatter, plus the body that dispatches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85516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85516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1236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031236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prose spawned as subagents for fan-out — each self-contained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142232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87952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187952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shared shell helpers the skill shells out 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298948"/>
            <a:ext cx="10927080" cy="10104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298948"/>
            <a:ext cx="82296" cy="1010412"/>
          </a:xfrm>
          <a:prstGeom prst="rect">
            <a:avLst/>
          </a:prstGeom>
          <a:solidFill>
            <a:srgbClr val="22405F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4668"/>
            <a:ext cx="3017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workareas/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5344668"/>
            <a:ext cx="71323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per-run, gitignored state held between steps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trade-imports workspace onboarding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go yourself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27080" cy="2194560"/>
          </a:xfrm>
          <a:prstGeom prst="rect">
            <a:avLst/>
          </a:prstGeom>
          <a:solidFill>
            <a:srgbClr val="EA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 no-write demo: "audit skill review", then open workareas/skills-audit/review.md to read the pattern gaps. Or "scaffold skill release-notes" and walk the interview to see the placeholders.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40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programme — you can now drive the harness.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 — skill-creator</dc:title>
  <dc:subject>PptxGenJS Presentation</dc:subject>
  <dc:creator>PptxGenJS</dc:creator>
  <cp:lastModifiedBy>PptxGenJS</cp:lastModifiedBy>
  <cp:revision>1</cp:revision>
  <dcterms:created xsi:type="dcterms:W3CDTF">2026-08-18T19:27:25Z</dcterms:created>
  <dcterms:modified xsi:type="dcterms:W3CDTF">2026-08-18T19:27:25Z</dcterms:modified>
</cp:coreProperties>
</file>