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1874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9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ticket-creator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60120" y="41148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well-formed EUDPA Jira ticket from a plain-English conversation — drafted for you to approve before anything lands in Jira.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IT'S FOR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ticket, without the blank page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ticket that's ready to pick up needs a clear summary, the reason it's needed, testable acceptance criteria, the right type and priority, a parent epic, and the team's labels and house style. Getting all of that right from a blank Jira form is fiddly and easy to do unevenly — especially if Jira isn't where you spend your day.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ticket-creator turns a short back-and-forth in plain English into a drafted ticket that already follows the team's conventions. It asks one question at a time, writes the draft to a file you can read and refine, and only creates the ticket in Jira once you say so. You stay the author; it removes the formatting and the remembering.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Plain-English interview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asks one question at a time — no Jira form to wrestle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38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38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46024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Conventions baked in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024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type, priority, epic, labels and AC style applied for you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76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76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7" name="Text 15"/>
          <p:cNvSpPr/>
          <p:nvPr/>
        </p:nvSpPr>
        <p:spPr>
          <a:xfrm>
            <a:off x="83362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lands until you approve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362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drafts to a file first; creating in Jira is the last step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memorise — read the current truth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48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 ticket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21488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start — just say it in plain English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0040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004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.claude/skills/ticket-creator/SKILL.md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— straight from source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25196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519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workareas/ticket-creation/&lt;slug&gt;/draft.md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42519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your draft lives while you refine 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SKILL.md is what the agent actually executes — it can't drift from reality.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RUN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ticket-creator end to end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it:  </a:t>
            </a:r>
            <a:pPr indent="0" marL="0">
              <a:buNone/>
            </a:pPr>
            <a:r>
              <a:rPr lang="en-US" sz="1250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 a ticket" · "raise a ticket" · "file a bug" · "log a story"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317090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31709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221992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43400" y="2221992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"create a ticket" — it pulls the current EUDPA epics and capability codes so it can slot your work into the right place.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15691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3183941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18394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088843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a few questions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43400" y="3088843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at a time: is this a bug, story or task? a one-line summary, why it's needed, the acceptance criteria, and which epic it belongs to.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82542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4050792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3955694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draft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343400" y="3955694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writes the full ticket to a draft file and shows you — summary, a description in the team's house style, AC, type, priority and labels.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749394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4917643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91764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08760" y="4822546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in plain English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343400" y="4822546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it what to change — "make the AC testable", "drop the priority" — and it edits the draft in place. Nothing is in Jira yet.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616245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896112" y="5784494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57844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508760" y="5689397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it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343400" y="5689397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"create it" and it raises the ticket in Jira, then hands you back the key and the link.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OUTPUT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produces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draft you can iterate on, then a real Jira ticket.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94560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draft.md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0" y="2194560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ticket as text — you review and refine this before it's created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84448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584448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630168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conventions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3630168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type, priority, epic, labels and AC style, applied to the draft for you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020056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5020056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065776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EUDPA-XXXXX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5065776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created Jira ticket and its link, once you say "create it"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USE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ticket-creator in your workflow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65960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11680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 it when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51960" y="2011680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to raise a new ticket and want it refinement-ready from the start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89376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389376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435096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decide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51960" y="3435096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answer the questions and approve the draft — it never creates without your go-ahead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12792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812792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58512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51960" y="4858512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the new ticket to ticket-refiner (Session 10) to check it's ready for the team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go yourself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27080" cy="219456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109728" cy="219456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a small piece of work you'd raise anyway. Say "create a ticket", answer the questions, and read the draft it writes — then stop there. Nothing reaches Jira until you say "create it", so it's a safe first run.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Session 10 — the ticket-refiner skill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9 — ticket-creator</dc:title>
  <dc:subject>PptxGenJS Presentation</dc:subject>
  <dc:creator>PptxGenJS</dc:creator>
  <cp:lastModifiedBy>PptxGenJS</cp:lastModifiedBy>
  <cp:revision>1</cp:revision>
  <dcterms:created xsi:type="dcterms:W3CDTF">2026-08-18T19:27:25Z</dcterms:created>
  <dcterms:modified xsi:type="dcterms:W3CDTF">2026-08-18T19:27:25Z</dcterms:modified>
</cp:coreProperties>
</file>